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🎣 PHISHING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 TRAINING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828800" y="2560320"/>
            <a:ext cx="5486400" cy="548640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0" y="2560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</a:rPr>
              <a:t>Don't Take The Bait! 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👤 By: Arunika 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🏢 CodeAlpha Cybersecurity Internship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📌 Task 2 — Phishing Awareness Training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🤔 What is Phishing?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097280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D700"/>
                </a:solidFill>
              </a:rPr>
              <a:t>🎣  Just like a fisherman throws bait to catch fish — hackers send FAKE emails to catch YOU! The bait = Fake Email. The hook = Stolen Password.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240280"/>
            <a:ext cx="8412480" cy="475488"/>
          </a:xfrm>
          <a:prstGeom prst="rect">
            <a:avLst/>
          </a:prstGeom>
          <a:solidFill>
            <a:srgbClr val="1119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7685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📧  Sends fake emails pretending to be banks or companies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807208"/>
            <a:ext cx="8412480" cy="475488"/>
          </a:xfrm>
          <a:prstGeom prst="rect">
            <a:avLst/>
          </a:prstGeom>
          <a:solidFill>
            <a:srgbClr val="1119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4378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🔑  Tricks you into sharing passwords or OTPs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374136"/>
            <a:ext cx="8412480" cy="475488"/>
          </a:xfrm>
          <a:prstGeom prst="rect">
            <a:avLst/>
          </a:prstGeom>
          <a:solidFill>
            <a:srgbClr val="1119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1071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💰  Steals your money and personal data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65760" y="3941064"/>
            <a:ext cx="8412480" cy="475488"/>
          </a:xfrm>
          <a:prstGeom prst="rect">
            <a:avLst/>
          </a:prstGeom>
          <a:solidFill>
            <a:srgbClr val="1119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🌍  Most common cyber attack in the world!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🚨 Types of Phishing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097280"/>
          </a:xfrm>
          <a:prstGeom prst="rect">
            <a:avLst/>
          </a:prstGeom>
          <a:solidFill>
            <a:srgbClr val="1119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📧 Email Phishing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Fake emails from banks &amp; companies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1097280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SMS Phishing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92040" y="14813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Fake messages on your phone (Smishing)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114800" cy="1097280"/>
          </a:xfrm>
          <a:prstGeom prst="rect">
            <a:avLst/>
          </a:prstGeom>
          <a:solidFill>
            <a:srgbClr val="11194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331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☎️ Voice Phishing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27614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Fake phone calls from 'Microsoft' (Vishing)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286000"/>
            <a:ext cx="4114800" cy="1097280"/>
          </a:xfrm>
          <a:prstGeom prst="rect">
            <a:avLst/>
          </a:prstGeom>
          <a:solidFill>
            <a:srgbClr val="11194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31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Spear Phishing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76148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Targeted attack using YOUR name!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8595360" cy="1097280"/>
          </a:xfrm>
          <a:prstGeom prst="rect">
            <a:avLst/>
          </a:prstGeom>
          <a:solidFill>
            <a:srgbClr val="11194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6118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🐋 Whaling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" y="4041648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Attacking big company CEOs!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⚠️ Real Phishing Example!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560320"/>
          </a:xfrm>
          <a:prstGeom prst="rect">
            <a:avLst/>
          </a:prstGeom>
          <a:solidFill>
            <a:srgbClr val="1A000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</a:rPr>
              <a:t>❌  FAKE EMAIL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FROM:  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support@amazon-secure-login.net
</a:t>
            </a:r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</a:rPr>
              <a:t>SUBJECT: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Your Account Has Been LOCKED!
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Dear Customer,
Your Amazon account is suspended! Verify immediately:
</a:t>
            </a:r>
            <a:pPr indent="0" marL="0">
              <a:buNone/>
            </a:pPr>
            <a:r>
              <a:rPr lang="en-US" sz="1300" b="1" dirty="0">
                <a:solidFill>
                  <a:srgbClr val="1E90FF"/>
                </a:solidFill>
              </a:rPr>
              <a:t>www.amazon-secure-billing.net/login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0A2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✅ Real Amazon email: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@amazon.com ONLY
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✅ Real companies NEVER ask you to click links to verify!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🔍 How to Spot Phishing?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9669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90FF"/>
                </a:solidFill>
              </a:rPr>
              <a:t>📧  Check Email Address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3075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real@amazon.com ✅   fake@amazon-secure.net 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859536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9222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444"/>
                </a:solidFill>
              </a:rPr>
              <a:t>⚡  Urgent Language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"Act NOW!" "Last Warning!" "Account Deleted!" 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551176"/>
            <a:ext cx="859536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8775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🔗  Hover Over Links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289864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Check URL before clicking — never click directly!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346704"/>
            <a:ext cx="859536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8328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</a:rPr>
              <a:t>✍️  Spelling Mistakes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69417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"Dear Costumer" or "Congratulation" = FAKE! 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142232"/>
            <a:ext cx="859536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78808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🔐  Asking for Password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4897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Real companies NEVER ask password via email! 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Social Engineering Tricks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11194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4444"/>
                </a:solidFill>
              </a:rPr>
              <a:t>😨 FEAR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"Your account will be deleted in 24 hours!"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→ Makes you PANIC and click!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11194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700"/>
                </a:solidFill>
              </a:rPr>
              <a:t>🤑 GREED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148132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"You won iPhone 15! Claim your prize now!"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→ Makes you EXCITED and click!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1119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90FF"/>
                </a:solidFill>
              </a:rPr>
              <a:t>🤝 TRUST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1480" y="34015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"Hello, I am calling from your bank..."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→ Makes you TRUST and share info!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11194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971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</a:rPr>
              <a:t>🤔 CURIOSITY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92040" y="34015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"Someone shared a photo of you! Click to see!"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4114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</a:rPr>
              <a:t>→ Makes you CURIOUS and click!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🛡️ How to Stay Safe!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9728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Never share OTP or password with ANYONE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883664"/>
            <a:ext cx="411480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97510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Always check email address carefully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761488"/>
            <a:ext cx="411480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85292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Use 2-Factor Authentication (2FA)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639312"/>
            <a:ext cx="411480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3075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When in doubt — DELETE IT!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411480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09728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Call the company directly to verify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883664"/>
            <a:ext cx="411480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97510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Never click suspicious links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761488"/>
            <a:ext cx="411480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85292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Report phishing emails immediately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3639312"/>
            <a:ext cx="4114800" cy="694944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73075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✅  Never use public WiFi for banking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Quiz Time! — Question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1194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❓ You receive this SMS: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</a:rPr>
              <a:t>"Your SBI account is locked! Click here NOW: www.sbi-verify.net"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do you do?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2514600"/>
            <a:ext cx="4114800" cy="731520"/>
          </a:xfrm>
          <a:prstGeom prst="rect">
            <a:avLst/>
          </a:prstGeom>
          <a:solidFill>
            <a:srgbClr val="333A66"/>
          </a:solidFill>
          <a:ln w="12700">
            <a:solidFill>
              <a:srgbClr val="555E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A)  Click the link immediately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514600"/>
            <a:ext cx="4114800" cy="7315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B)  Call SBI bank directly to verify  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4114800" cy="731520"/>
          </a:xfrm>
          <a:prstGeom prst="rect">
            <a:avLst/>
          </a:prstGeom>
          <a:solidFill>
            <a:srgbClr val="333A66"/>
          </a:solidFill>
          <a:ln w="12700">
            <a:solidFill>
              <a:srgbClr val="555E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C)  Reply to the message with your details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520440"/>
            <a:ext cx="4114800" cy="731520"/>
          </a:xfrm>
          <a:prstGeom prst="rect">
            <a:avLst/>
          </a:prstGeom>
          <a:solidFill>
            <a:srgbClr val="333A66"/>
          </a:solidFill>
          <a:ln w="12700">
            <a:solidFill>
              <a:srgbClr val="555E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D)  Share your password to unlock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Quiz Time! — Question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31520"/>
          </a:xfrm>
          <a:prstGeom prst="rect">
            <a:avLst/>
          </a:prstGeom>
          <a:solidFill>
            <a:srgbClr val="11194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❓ Which of these email addresses is REAL and SAFE?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114800" cy="731520"/>
          </a:xfrm>
          <a:prstGeom prst="rect">
            <a:avLst/>
          </a:prstGeom>
          <a:solidFill>
            <a:srgbClr val="333A66"/>
          </a:solidFill>
          <a:ln w="12700">
            <a:solidFill>
              <a:srgbClr val="555E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011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A)  support@amazon-secure.net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920240"/>
            <a:ext cx="4114800" cy="7315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20116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B)  support@amazon.com  ✅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4114800" cy="731520"/>
          </a:xfrm>
          <a:prstGeom prst="rect">
            <a:avLst/>
          </a:prstGeom>
          <a:solidFill>
            <a:srgbClr val="333A66"/>
          </a:solidFill>
          <a:ln w="12700">
            <a:solidFill>
              <a:srgbClr val="555E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017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C)  amazon@gmail.com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4114800" cy="731520"/>
          </a:xfrm>
          <a:prstGeom prst="rect">
            <a:avLst/>
          </a:prstGeom>
          <a:solidFill>
            <a:srgbClr val="333A66"/>
          </a:solidFill>
          <a:ln w="12700">
            <a:solidFill>
              <a:srgbClr val="555E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017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D)  amazon.help@yahoo.com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4114800"/>
            <a:ext cx="8412480" cy="731520"/>
          </a:xfrm>
          <a:prstGeom prst="rect">
            <a:avLst/>
          </a:prstGeom>
          <a:solidFill>
            <a:srgbClr val="0A2A0A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605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</a:rPr>
              <a:t>💡 Real companies always use their OWN domain — never Gmail or Yahoo!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🧠 Quiz Time! — Question 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11194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❓ You get a call: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"Hello! I am from Microsoft. Your PC has a dangerous virus. Give me remote access to fix it!"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do you do?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2514600"/>
            <a:ext cx="4114800" cy="731520"/>
          </a:xfrm>
          <a:prstGeom prst="rect">
            <a:avLst/>
          </a:prstGeom>
          <a:solidFill>
            <a:srgbClr val="333A66"/>
          </a:solidFill>
          <a:ln w="12700">
            <a:solidFill>
              <a:srgbClr val="555E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A)  Give them remote access to your PC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514600"/>
            <a:ext cx="4114800" cy="7315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26060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E2A"/>
                </a:solidFill>
              </a:rPr>
              <a:t>B)  Hang up immediately!  ✅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3520440"/>
            <a:ext cx="4114800" cy="731520"/>
          </a:xfrm>
          <a:prstGeom prst="rect">
            <a:avLst/>
          </a:prstGeom>
          <a:solidFill>
            <a:srgbClr val="333A66"/>
          </a:solidFill>
          <a:ln w="12700">
            <a:solidFill>
              <a:srgbClr val="555E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C)  Give them your password to help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520440"/>
            <a:ext cx="4114800" cy="731520"/>
          </a:xfrm>
          <a:prstGeom prst="rect">
            <a:avLst/>
          </a:prstGeom>
          <a:solidFill>
            <a:srgbClr val="333A66"/>
          </a:solidFill>
          <a:ln w="12700">
            <a:solidFill>
              <a:srgbClr val="555E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D)  Pay them money to fix the virus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📋 Remember These 5 Rules!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111940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42416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44"/>
                </a:solidFill>
              </a:rPr>
              <a:t>1️⃣  STOP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468880" y="1042416"/>
            <a:ext cx="6217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— Don't panic or rush — take your time!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773936"/>
            <a:ext cx="8595360" cy="658368"/>
          </a:xfrm>
          <a:prstGeom prst="rect">
            <a:avLst/>
          </a:prstGeom>
          <a:solidFill>
            <a:srgbClr val="11194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10512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2️⃣  THINK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468880" y="1810512"/>
            <a:ext cx="6217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— Is this email/message really real?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542032"/>
            <a:ext cx="8595360" cy="658368"/>
          </a:xfrm>
          <a:prstGeom prst="rect">
            <a:avLst/>
          </a:prstGeom>
          <a:solidFill>
            <a:srgbClr val="111940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78608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90FF"/>
                </a:solidFill>
              </a:rPr>
              <a:t>3️⃣  CHECK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68880" y="2578608"/>
            <a:ext cx="6217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— Verify the email address carefully!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310128"/>
            <a:ext cx="8595360" cy="658368"/>
          </a:xfrm>
          <a:prstGeom prst="rect">
            <a:avLst/>
          </a:prstGeom>
          <a:solidFill>
            <a:srgbClr val="111940"/>
          </a:solidFill>
          <a:ln w="12700">
            <a:solidFill>
              <a:srgbClr val="FF66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346704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600"/>
                </a:solidFill>
              </a:rPr>
              <a:t>4️⃣  HOVER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68880" y="3346704"/>
            <a:ext cx="6217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— Check links before clicking anything!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078224"/>
            <a:ext cx="8595360" cy="658368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114800"/>
            <a:ext cx="2011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</a:rPr>
              <a:t>5️⃣  REPORT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68880" y="4114800"/>
            <a:ext cx="6217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— Tell someone if you find something suspicious!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🙏 Thank You!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6400800" cy="548640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1554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🔐  Stay Alert. Stay Safe!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371600" y="2240280"/>
            <a:ext cx="6400800" cy="548640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2402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🎣  Don't Take The Bait!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solidFill>
            <a:srgbClr val="11194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926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🛡️  Think Before You Click!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111940"/>
          </a:solidFill>
          <a:ln w="12700">
            <a:solidFill>
              <a:srgbClr val="444E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0332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88"/>
                </a:solidFill>
              </a:rPr>
              <a:t>👤 By: Arunika S
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🏢 CodeAlpha Cybersecurity Internship
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📌 Task 2 — Phishing Awareness Training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PptxGenJS</dc:creator>
  <cp:lastModifiedBy>PptxGenJS</cp:lastModifiedBy>
  <cp:revision>1</cp:revision>
  <dcterms:created xsi:type="dcterms:W3CDTF">2026-06-06T14:36:44Z</dcterms:created>
  <dcterms:modified xsi:type="dcterms:W3CDTF">2026-06-06T14:36:44Z</dcterms:modified>
</cp:coreProperties>
</file>